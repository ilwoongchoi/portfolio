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3FF7D-8EEC-2708-0B10-55274B2C3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869C2E-D4C0-B818-11E2-5D87A21BC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C1C7D-FA5F-0897-4B56-DFC44F255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024-3C97-478F-8AC1-B7C698EB88E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12A778-949C-C238-5470-A72E33683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237040-91F3-8874-5053-4A7E26F93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DE7EE-CC57-46FB-B3F9-8CDE49828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072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930DD-8A80-68A2-D045-6FB29A0C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A20ADE-01B3-7F43-50AA-FCE3147E4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2DCEAE-8609-85F4-63DA-BF7A04710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024-3C97-478F-8AC1-B7C698EB88E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D03B9D-CB72-FE8E-CEB7-A11DE3E1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BFAEFD-926F-1A4F-2F74-F8A998B8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DE7EE-CC57-46FB-B3F9-8CDE49828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36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FBB1B-083B-1B26-A384-B5BB9A876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E4E23E-FFC6-0C50-E0F6-E63EF702E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5D8D4-554B-A201-30DF-2C8D13444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024-3C97-478F-8AC1-B7C698EB88E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E942F-E565-3FC2-CD4F-CA42C1DCA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64F1D-E7C1-C8A8-F9BA-F9056B78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DE7EE-CC57-46FB-B3F9-8CDE49828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063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DA0C3-D465-98DC-1BBB-23FC7E4A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5EF7F5-EE94-2CBD-CA81-D62F10BF9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4C1F7A-072D-498A-0F1B-47F3FBA7D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E00DF9-AA43-5EB9-7E31-39342EE6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024-3C97-478F-8AC1-B7C698EB88E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55B3A9-8013-7E97-8DED-878B84BAF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0D0A1B-1223-65C5-4D37-95235E171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DE7EE-CC57-46FB-B3F9-8CDE49828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63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56292-B601-E0D0-3DA5-6D7FF1FD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6CDE93-9864-CC1D-E886-00673C210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F6E78B-A07B-1867-AFF5-0C07695E5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A6D518-573F-9583-E0CB-44C102A47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51AC5A-D57B-5F97-3FC6-7859577A6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13501F-1A72-6894-3525-3DA04A4CA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024-3C97-478F-8AC1-B7C698EB88E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EA8627-3A75-FF46-9B3D-B3D08DEA5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A8E2CF-FBB9-6B46-0684-B2E6DC30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DE7EE-CC57-46FB-B3F9-8CDE49828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6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7B807-B810-2B40-EDE2-D6F5D4F8D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F51D71-1C7A-B0BB-DA32-2B01ED949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024-3C97-478F-8AC1-B7C698EB88E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EA3FBF-7F2E-8E07-295D-F2BCA50A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392695-0988-5208-7DDC-3939DF47F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DE7EE-CC57-46FB-B3F9-8CDE49828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297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965584-D40A-7A30-43B7-F2C0B62AB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024-3C97-478F-8AC1-B7C698EB88E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319371-54F4-715E-F706-CD15B51D7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B16156-C887-C640-ABCF-BC2C9D1D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DE7EE-CC57-46FB-B3F9-8CDE49828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01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B07FD6-ABAB-29B1-96EC-F1E18375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DE4B3D-3685-8A79-B76B-5AB92719E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C2867C-9FD6-6FFE-5249-7782AB158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290580-4761-DC49-C5DB-3BD74B958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024-3C97-478F-8AC1-B7C698EB88E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6605B6-C96B-BBF9-2735-CD7D81626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56648A-2DAE-5B5F-4BF1-A607370F4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DE7EE-CC57-46FB-B3F9-8CDE49828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665A8-43CE-3A5D-174A-19C61CD7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23E4BD-FA70-C560-2B27-1199B07CE7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FD6539-E809-4D53-9287-57B23146F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0FF954-88AC-424A-7C3E-AF96C5E2C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024-3C97-478F-8AC1-B7C698EB88E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AC6DFC-E09B-2BA0-8693-5DBB9FBB2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10FD37-5772-66D3-E632-A8F1DD01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DE7EE-CC57-46FB-B3F9-8CDE49828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4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6E04A-3A75-0C63-CC2C-7501946B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B5B23D-19DC-2E0E-4CB0-AD5165BCB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EC8A3F-FFFA-049E-5CDB-05E31B044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024-3C97-478F-8AC1-B7C698EB88E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511C25-0769-8B31-BD78-BF470491A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129B5A-6FC9-5057-4DA3-0049EE9D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DE7EE-CC57-46FB-B3F9-8CDE49828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64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9EAE69-DD38-811B-7C7D-7BDECED20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6DE0BF-AF37-3A9B-5D9D-A6B45BDC6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51907C-F3B6-775D-0473-3F968CDE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024-3C97-478F-8AC1-B7C698EB88E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4B8A6A-BA84-B269-0C1C-CD0F60211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2D6548-92E8-3B4B-C38E-E68C5C8ED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DE7EE-CC57-46FB-B3F9-8CDE49828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68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5B75FA-3489-50FB-82B0-8EFEC698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CC59B0-65B6-978E-F15E-9B94F0F1C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AE83A3-8E5C-EBFB-AC94-3AA74DE62E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FE024-3C97-478F-8AC1-B7C698EB88E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017608-973B-4120-EC24-5ED7061E1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B326AA-236D-B35E-FD1D-01A71A4A2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8DE7EE-CC57-46FB-B3F9-8CDE49828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76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지도, 아틀라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E54C5E-8C6C-428C-823F-0439561AF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10" y="561405"/>
            <a:ext cx="7814025" cy="5594512"/>
          </a:xfrm>
          <a:prstGeom prst="rect">
            <a:avLst/>
          </a:prstGeom>
        </p:spPr>
      </p:pic>
      <p:pic>
        <p:nvPicPr>
          <p:cNvPr id="9" name="그림 8" descr="텍스트, 스크린샷, 도표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493996-2149-C808-357D-8FC3A0EDA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680" y="1610959"/>
            <a:ext cx="5514954" cy="386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01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 woong choi</dc:creator>
  <cp:lastModifiedBy>il woong choi</cp:lastModifiedBy>
  <cp:revision>1</cp:revision>
  <dcterms:created xsi:type="dcterms:W3CDTF">2025-07-04T20:48:25Z</dcterms:created>
  <dcterms:modified xsi:type="dcterms:W3CDTF">2025-07-04T21:54:26Z</dcterms:modified>
</cp:coreProperties>
</file>